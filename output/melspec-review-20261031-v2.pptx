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3989c593b4763" /><Relationship Type="http://schemas.openxmlformats.org/officeDocument/2006/relationships/extended-properties" Target="/docProps/app.xml" Id="R1e91f7a100244b24" /><Relationship Type="http://schemas.openxmlformats.org/officeDocument/2006/relationships/officeDocument" Target="/ppt/presentation.xml" Id="Rf72e3f0fcd2243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ad30ce406244ed"/>
  </p:sldMasterIdLst>
  <p:notesMasterIdLst>
    <p:notesMasterId xmlns:r="http://schemas.openxmlformats.org/officeDocument/2006/relationships" r:id="R8ec92255789b4b39"/>
  </p:notesMasterIdLst>
  <p:sldIdLst>
    <p:sldId xmlns:r="http://schemas.openxmlformats.org/officeDocument/2006/relationships" id="256" r:id="Rf889734da1a647d7"/>
    <p:sldId xmlns:r="http://schemas.openxmlformats.org/officeDocument/2006/relationships" id="257" r:id="R18bcec3a8c414147"/>
    <p:sldId xmlns:r="http://schemas.openxmlformats.org/officeDocument/2006/relationships" id="258" r:id="R40327c17f3384d2e"/>
    <p:sldId xmlns:r="http://schemas.openxmlformats.org/officeDocument/2006/relationships" id="259" r:id="Rb843169f53cd4460"/>
    <p:sldId xmlns:r="http://schemas.openxmlformats.org/officeDocument/2006/relationships" id="260" r:id="R1a87528e36554a4b"/>
    <p:sldId xmlns:r="http://schemas.openxmlformats.org/officeDocument/2006/relationships" id="261" r:id="R7d535e161a244a08"/>
    <p:sldId xmlns:r="http://schemas.openxmlformats.org/officeDocument/2006/relationships" id="262" r:id="Rb8f2ae5d9e3a4469"/>
    <p:sldId xmlns:r="http://schemas.openxmlformats.org/officeDocument/2006/relationships" id="263" r:id="R56c87811869d4d0c"/>
    <p:sldId xmlns:r="http://schemas.openxmlformats.org/officeDocument/2006/relationships" id="264" r:id="R7198ee0927bb4e2d"/>
    <p:sldId xmlns:r="http://schemas.openxmlformats.org/officeDocument/2006/relationships" id="265" r:id="Rce010136adac4485"/>
    <p:sldId xmlns:r="http://schemas.openxmlformats.org/officeDocument/2006/relationships" id="266" r:id="R6dfba1b6567944e8"/>
    <p:sldId xmlns:r="http://schemas.openxmlformats.org/officeDocument/2006/relationships" id="267" r:id="R3ffe549794904952"/>
    <p:sldId xmlns:r="http://schemas.openxmlformats.org/officeDocument/2006/relationships" id="268" r:id="R4422b823d5d243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d79e3f1c540e6" /><Relationship Type="http://schemas.openxmlformats.org/officeDocument/2006/relationships/slideMaster" Target="/ppt/slideMasters/slideMaster1.xml" Id="R2fad30ce406244ed" /><Relationship Type="http://schemas.openxmlformats.org/officeDocument/2006/relationships/notesMaster" Target="/ppt/notesMasters/notesMaster1.xml" Id="R8ec92255789b4b39" /><Relationship Type="http://schemas.openxmlformats.org/officeDocument/2006/relationships/presProps" Target="/ppt/presProps.xml" Id="R6efb7831c11f4e69" /><Relationship Type="http://schemas.openxmlformats.org/officeDocument/2006/relationships/tableStyles" Target="/ppt/tableStyles.xml" Id="Rdc5429fd15d44077" /><Relationship Type="http://schemas.openxmlformats.org/officeDocument/2006/relationships/slide" Target="/ppt/slides/slide1.xml" Id="Rf889734da1a647d7" /><Relationship Type="http://schemas.openxmlformats.org/officeDocument/2006/relationships/slide" Target="/ppt/slides/slide2.xml" Id="R18bcec3a8c414147" /><Relationship Type="http://schemas.openxmlformats.org/officeDocument/2006/relationships/slide" Target="/ppt/slides/slide3.xml" Id="R40327c17f3384d2e" /><Relationship Type="http://schemas.openxmlformats.org/officeDocument/2006/relationships/slide" Target="/ppt/slides/slide4.xml" Id="Rb843169f53cd4460" /><Relationship Type="http://schemas.openxmlformats.org/officeDocument/2006/relationships/slide" Target="/ppt/slides/slide5.xml" Id="R1a87528e36554a4b" /><Relationship Type="http://schemas.openxmlformats.org/officeDocument/2006/relationships/slide" Target="/ppt/slides/slide6.xml" Id="R7d535e161a244a08" /><Relationship Type="http://schemas.openxmlformats.org/officeDocument/2006/relationships/slide" Target="/ppt/slides/slide7.xml" Id="Rb8f2ae5d9e3a4469" /><Relationship Type="http://schemas.openxmlformats.org/officeDocument/2006/relationships/slide" Target="/ppt/slides/slide8.xml" Id="R56c87811869d4d0c" /><Relationship Type="http://schemas.openxmlformats.org/officeDocument/2006/relationships/slide" Target="/ppt/slides/slide9.xml" Id="R7198ee0927bb4e2d" /><Relationship Type="http://schemas.openxmlformats.org/officeDocument/2006/relationships/slide" Target="/ppt/slides/slide10.xml" Id="Rce010136adac4485" /><Relationship Type="http://schemas.openxmlformats.org/officeDocument/2006/relationships/slide" Target="/ppt/slides/slide11.xml" Id="R6dfba1b6567944e8" /><Relationship Type="http://schemas.openxmlformats.org/officeDocument/2006/relationships/slide" Target="/ppt/slides/slide12.xml" Id="R3ffe549794904952" /><Relationship Type="http://schemas.openxmlformats.org/officeDocument/2006/relationships/slide" Target="/ppt/slides/slide13.xml" Id="R4422b823d5d2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23adc209042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253629e5a4c72" /><Relationship Type="http://schemas.openxmlformats.org/officeDocument/2006/relationships/notesMaster" Target="/ppt/notesMasters/notesMaster1.xml" Id="R3bbfac95d6304d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8cf2b6597c4fa3" /><Relationship Type="http://schemas.openxmlformats.org/officeDocument/2006/relationships/notesMaster" Target="/ppt/notesMasters/notesMaster1.xml" Id="R9efb7726f9e6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5f24e54ed04d94" /><Relationship Type="http://schemas.openxmlformats.org/officeDocument/2006/relationships/notesMaster" Target="/ppt/notesMasters/notesMaster1.xml" Id="R9806e4317b3c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ffca0ceaff4a1f" /><Relationship Type="http://schemas.openxmlformats.org/officeDocument/2006/relationships/notesMaster" Target="/ppt/notesMasters/notesMaster1.xml" Id="Re194a081b70647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acda8f9b6410e" /><Relationship Type="http://schemas.openxmlformats.org/officeDocument/2006/relationships/notesMaster" Target="/ppt/notesMasters/notesMaster1.xml" Id="R28e3b9668972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4d755c98fd4e91" /><Relationship Type="http://schemas.openxmlformats.org/officeDocument/2006/relationships/notesMaster" Target="/ppt/notesMasters/notesMaster1.xml" Id="R50b6b07e4dc846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c5e5ddcac34c4e" /><Relationship Type="http://schemas.openxmlformats.org/officeDocument/2006/relationships/notesMaster" Target="/ppt/notesMasters/notesMaster1.xml" Id="R27c2c0d5e35244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18239a86bf4d0a" /><Relationship Type="http://schemas.openxmlformats.org/officeDocument/2006/relationships/notesMaster" Target="/ppt/notesMasters/notesMaster1.xml" Id="Rebf4bdb96b5c4d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f7a6c52a6e49fd" /><Relationship Type="http://schemas.openxmlformats.org/officeDocument/2006/relationships/notesMaster" Target="/ppt/notesMasters/notesMaster1.xml" Id="R9aa9658522d046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10b4ad77f946d3" /><Relationship Type="http://schemas.openxmlformats.org/officeDocument/2006/relationships/notesMaster" Target="/ppt/notesMasters/notesMaster1.xml" Id="Rbab12f7ccee446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dee9ecf4074a32" /><Relationship Type="http://schemas.openxmlformats.org/officeDocument/2006/relationships/notesMaster" Target="/ppt/notesMasters/notesMaster1.xml" Id="Reb40ee8c262f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88e8520154f42" /><Relationship Type="http://schemas.openxmlformats.org/officeDocument/2006/relationships/notesMaster" Target="/ppt/notesMasters/notesMaster1.xml" Id="R096635ee5cb643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48285928ab44f2" /><Relationship Type="http://schemas.openxmlformats.org/officeDocument/2006/relationships/notesMaster" Target="/ppt/notesMasters/notesMaster1.xml" Id="R983ac25c17ec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这一页覆盖 001 到 009 的每一步思路和效果。相对 exp001 列使用完整四用例。</a:t>
            </a:r>
          </a:p>
          <a:p xmlns:a="http://schemas.openxmlformats.org/drawingml/2006/main">
            <a:r>
              <a:t>原实现的前 1M 样本同口径对照为 104.876x。原实现与 exp009 使用相同输入和程序接口。</a:t>
            </a:r>
          </a:p>
          <a:p xmlns:a="http://schemas.openxmlformats.org/drawingml/2006/main">
            <a:r>
              <a:t>证据来源：docs/experiment-report.md、results/final-metrics.csv、results/relative-to-original.csv。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官方四用例全部通过。来源：logs/008_single_node_cpu_slurm-413.log。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倍。来源：logs/009_three_node_cpu_slurm-415.log。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项目内依据来自原始代码、官方评测脚本和全部 expected 数据。</a:t>
            </a:r>
          </a:p>
          <a:p xmlns:a="http://schemas.openxmlformats.org/drawingml/2006/main">
            <a:r>
              <a:t>API 设计参考 CUDA Runtime、cuFFT、OpenMP、GCC 与 Slurm 的官方文档。</a:t>
            </a:r>
          </a:p>
          <a:p xmlns:a="http://schemas.openxmlformats.org/drawingml/2006/main">
            <a:r>
              <a:t>使用 OpenAI Codex（GPT-5）辅助分析、实现草稿、实验编排和材料整理。所有结论以真实作业日志为准。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 bug 都来自实际运行，不是概念性风险。</a:t>
            </a:r>
          </a:p>
          <a:p xmlns:a="http://schemas.openxmlformats.org/drawingml/2006/main">
            <a:r>
              <a:t>跨节点 /tmp 和 ready token 竞态都涉及多进程可见性与一致性。</a:t>
            </a:r>
          </a:p>
          <a:p xmlns:a="http://schemas.openxmlformats.org/drawingml/2006/main">
            <a:r>
              <a:t>NVCC 参数和 perf 权限说明工具链边界也必须通过远程实测确认。</a:t>
            </a:r>
          </a:p>
          <a:p xmlns:a="http://schemas.openxmlformats.org/drawingml/2006/main">
            <a:r>
              <a:t>证据来源：docs/references-and-ai.md、相关 failed/success Slurm 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最终结果以 exp009 的 2.186 秒为主。</a:t>
            </a:r>
          </a:p>
          <a:p xmlns:a="http://schemas.openxmlformats.org/drawingml/2006/main">
            <a:r>
              <a:t>这一结果比 exp001 的 64 线程基线快 1.728 倍，并在 1M 样本的同口径测试上比原实现快 104.876 倍。</a:t>
            </a:r>
          </a:p>
          <a:p xmlns:a="http://schemas.openxmlformats.org/drawingml/2006/main">
            <a:r>
              <a:t>四个官方用例全部通过。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9b13e12704d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ac272a9c94c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2951d2d554f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8cc78b88f4d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8a535a35048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552b4c7ce4f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A8D1AC-E5F5-4D3F-8886-AF029093A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8FAC16-B217-4569-91EF-DC19FC9EA4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36DA71-0581-47F3-9A67-26CB9412A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54446-FC85-4795-B3BB-BE1E468FB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F4FAE9-30FC-46ED-8B02-359B598F19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C6927B-829E-494D-AA75-57E601323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182385-E9B6-411D-BE95-C48C5DB61E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4AF7AF-E7AC-43C1-97A3-66D6CEA33A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D5D6B0-26FF-47AE-A9F4-870E80C5D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E45C1F-CE71-4580-9E89-E40F49064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04a54c2aef4e84" /><Relationship Type="http://schemas.openxmlformats.org/officeDocument/2006/relationships/slideLayout" Target="/ppt/slideLayouts/slideLayout1.xml" Id="Ra916db48c1c047a0" /><Relationship Type="http://schemas.openxmlformats.org/officeDocument/2006/relationships/slideLayout" Target="/ppt/slideLayouts/slideLayout2.xml" Id="R58b89a4cdc8d4c96" /><Relationship Type="http://schemas.openxmlformats.org/officeDocument/2006/relationships/slideLayout" Target="/ppt/slideLayouts/slideLayout3.xml" Id="R0cde87a88495496b" /><Relationship Type="http://schemas.openxmlformats.org/officeDocument/2006/relationships/slideLayout" Target="/ppt/slideLayouts/slideLayout4.xml" Id="R7075a6f7dd7946f9" /><Relationship Type="http://schemas.openxmlformats.org/officeDocument/2006/relationships/slideLayout" Target="/ppt/slideLayouts/slideLayout5.xml" Id="R077f9b97051846ec" /><Relationship Type="http://schemas.openxmlformats.org/officeDocument/2006/relationships/slideLayout" Target="/ppt/slideLayouts/slideLayout6.xml" Id="R5b0ef808ca8241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16db48c1c047a0"/>
    <p:sldLayoutId xmlns:r="http://schemas.openxmlformats.org/officeDocument/2006/relationships" id="2147483650" r:id="R58b89a4cdc8d4c96"/>
    <p:sldLayoutId xmlns:r="http://schemas.openxmlformats.org/officeDocument/2006/relationships" id="2147483651" r:id="R0cde87a88495496b"/>
    <p:sldLayoutId xmlns:r="http://schemas.openxmlformats.org/officeDocument/2006/relationships" id="2147483652" r:id="R7075a6f7dd7946f9"/>
    <p:sldLayoutId xmlns:r="http://schemas.openxmlformats.org/officeDocument/2006/relationships" id="2147483653" r:id="R077f9b97051846ec"/>
    <p:sldLayoutId xmlns:r="http://schemas.openxmlformats.org/officeDocument/2006/relationships" id="2147483654" r:id="R5b0ef808ca8241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6e23d707e41ca" /><Relationship Type="http://schemas.openxmlformats.org/officeDocument/2006/relationships/notesSlide" Target="/ppt/notesSlides/notesSlide1.xml" Id="Rcf8fbabf5753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4ed8ac267437f" /><Relationship Type="http://schemas.openxmlformats.org/officeDocument/2006/relationships/notesSlide" Target="/ppt/notesSlides/notesSlide2.xml" Id="Rc553dd6391f7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c80edfbd64591" /><Relationship Type="http://schemas.openxmlformats.org/officeDocument/2006/relationships/chart" Target="/ppt/slides/charts/chart1.xml" Id="R51c848f820d94a52" /><Relationship Type="http://schemas.openxmlformats.org/officeDocument/2006/relationships/notesSlide" Target="/ppt/notesSlides/notesSlide3.xml" Id="R95dcafd50227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5bdb521dc4d06" /><Relationship Type="http://schemas.openxmlformats.org/officeDocument/2006/relationships/notesSlide" Target="/ppt/notesSlides/notesSlide4.xml" Id="R2d87468ce0944e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e8e1d22724371" /><Relationship Type="http://schemas.openxmlformats.org/officeDocument/2006/relationships/notesSlide" Target="/ppt/notesSlides/notesSlide5.xml" Id="R09768861542e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ea491aa584af5" /><Relationship Type="http://schemas.openxmlformats.org/officeDocument/2006/relationships/chart" Target="/ppt/slides/charts/chart2.xml" Id="Redbf14205d4a47c1" /><Relationship Type="http://schemas.openxmlformats.org/officeDocument/2006/relationships/notesSlide" Target="/ppt/notesSlides/notesSlide6.xml" Id="R4ac458d12c6e42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daab75f8f443d" /><Relationship Type="http://schemas.openxmlformats.org/officeDocument/2006/relationships/chart" Target="/ppt/slides/charts/chart3.xml" Id="Rc5abee08aae74862" /><Relationship Type="http://schemas.openxmlformats.org/officeDocument/2006/relationships/notesSlide" Target="/ppt/notesSlides/notesSlide7.xml" Id="R6edd238416cb48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380796f63438d" /><Relationship Type="http://schemas.openxmlformats.org/officeDocument/2006/relationships/notesSlide" Target="/ppt/notesSlides/notesSlide8.xml" Id="Ra2cc7f239794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c32e9b91c4b31" /><Relationship Type="http://schemas.openxmlformats.org/officeDocument/2006/relationships/notesSlide" Target="/ppt/notesSlides/notesSlide9.xml" Id="R02008d206c0249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7565f12d8402a" /><Relationship Type="http://schemas.openxmlformats.org/officeDocument/2006/relationships/chart" Target="/ppt/slides/charts/chart4.xml" Id="R9dd4a06925a94495" /><Relationship Type="http://schemas.openxmlformats.org/officeDocument/2006/relationships/notesSlide" Target="/ppt/notesSlides/notesSlide10.xml" Id="Rf91961bb430648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8c6ee25a9453b" /><Relationship Type="http://schemas.openxmlformats.org/officeDocument/2006/relationships/notesSlide" Target="/ppt/notesSlides/notesSlide11.xml" Id="Rcc2610101a944a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d085722af4145" /><Relationship Type="http://schemas.openxmlformats.org/officeDocument/2006/relationships/notesSlide" Target="/ppt/notesSlides/notesSlide12.xml" Id="R5168ffc063814c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3a2f8a0314954" /><Relationship Type="http://schemas.openxmlformats.org/officeDocument/2006/relationships/notesSlide" Target="/ppt/notesSlides/notesSlide13.xml" Id="Refc8d23a98fb49c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D95DC14-F6DF-4749-A037-8FA57B18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D2E674-4B84-4C5B-AA87-6B2F7820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EEA0A79-497E-466A-B6CF-F942C5D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D7677-6FF3-4A3A-8334-651DA0C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10756C16-74F9-4CED-BDE5-3E543E39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3F3C7DA1-81AA-4009-81AD-B9434B48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官方四用例 4/4 PASS  /  相对 exp001 1.728x  /  原实现 104.876x</a:t>
            </a:r>
          </a:p>
        </p:txBody>
      </p:sp>
    </p:spTree>
    <p:extLst>
      <p:ext uri="{BB962C8B-B14F-4D97-AF65-F5344CB8AC3E}">
        <p14:creationId xmlns:p14="http://schemas.microsoft.com/office/powerpoint/2010/main" val="2608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EE5BE1C2-1F23-42CF-80DD-DDAD9FC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7534883-6713-4519-9726-3C9FEE2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F1EB62DE-248A-43BA-B3F0-2B98A5C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0602-3F2B-4D19-988E-9103420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FB02BA2-FA6A-4EA4-BFEB-4F75050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680D3-85FC-4526-831E-868EE094BE6B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0679-5F0E-40D7-A800-C3E7060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614A0FEE-C072-4358-AC02-411287A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1032357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D2751274-CC63-4AAC-AE01-57B56A7A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793436A-39B2-4440-A7F9-36DB3679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AECF4CCE-5FD4-4823-A044-69C0B864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27CB7-E7C7-477D-99D9-FA596DE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A9B062B6-74B1-4BDF-98DA-C637F1BB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9E90726-F316-4AB3-A9C2-E5182C496BB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c848f820d94a5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618B8-BA1E-49BC-BE03-5186CE4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69C99-FB08-4D8A-B91C-27D213C7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9EA1D-ACAC-4305-908E-EF7DF1AC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0F128-F495-47B9-A195-4243254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E5204-5DD2-4796-810E-BB29BC40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原实现对比 104.876x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前 1M 样本</a:t>
            </a:r>
          </a:p>
        </p:txBody>
      </p:sp>
    </p:spTree>
    <p:extLst>
      <p:ext uri="{BB962C8B-B14F-4D97-AF65-F5344CB8AC3E}">
        <p14:creationId xmlns:p14="http://schemas.microsoft.com/office/powerpoint/2010/main" val="2109318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9A5F3D3A-4089-4E7D-A791-BA8B846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E004107-7847-446E-8761-AFC65D44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每一步优化与实测效果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6471E240-97E3-4414-9427-4389DBB2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四用例对照 exp001；同口径 1M 样本前缀相对原实现 104.876x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5EC8C-B1E9-4D69-B9ED-49990D2A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80E53A88-3746-4DF7-8B76-DD263E2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BD78C-E0DB-4F44-AC47-21DCB918B15A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26720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思路与过程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相对 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打包实数 FFT、稀疏 Mel、tile、SIMD、OpenMP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cuFFT D2Z；两个 CUDA context / stream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4% CPU 帧与双 GPU 并行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 rank 原生 Slurm；本地读；token +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 CPU 2% + 双 GPU；完整 PCM 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两节点纯 GPU；本地 PCM 区间读取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阶段计时 driver；不改算法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并行归一化；单 OMP 区域；直接 float32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三节点复用 exp008；本地读 + 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34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09361636-856D-4AD2-83C5-56BEECC5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C57836-8410-471D-A1BF-BF6E9FC1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9A0392A-A6CB-4B8E-AE12-6AA6ECE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A2F3-1A1C-4468-93E0-523FDBA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BCBB8319-D24E-4198-86CC-161B5CF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01E49-5CF0-40F9-AE31-FF634D58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5DE89-B2F0-447A-8419-B732B6D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FB94F-3682-4FCB-BD98-1823905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7DD83-1095-4819-8F26-09DB7E6D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091C2-578B-48EF-8F6A-E5217F9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0C248-9F7C-4721-905A-3BFF709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7843B-DF82-4AE8-A9B7-D0DF143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2E272-5682-4E19-9AE7-6D92635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CAB39-84D0-4E73-9057-F992851A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C3679-15D6-4215-8BBD-88CCDBA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5A5BC-5B72-4351-BBF2-61B46136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FE4CC-2CC8-4188-83CB-09935305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E510F-8A94-4ADD-8EE9-C6A113FB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C2DB6-B2A8-4F02-B148-8BFCAAB1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B0B8D-0642-4D97-A5AA-F564747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1234970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258CB5AF-00C3-4438-957F-E84A8504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FE3234F-1181-4B1A-83AE-4960DCBF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603F40DB-E844-4E91-B66A-48BAA40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2E78C-A0D6-438E-8586-D51BCC3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09CDACF9-4EBC-4E64-9F14-D1CBE2F7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BA751E3-D90E-4796-ACE3-38E6E21310B5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bf14205d4a47c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14245-2164-452C-99D3-936DBF3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5F123-E738-4B12-940E-557BCF2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732471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A3EF1CCE-DA53-4F87-BD34-1BBA0310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C70B5BC-B8A3-49FF-B0AA-16532116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46993E14-3D5B-425D-9963-9D10DA3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A14F2-0257-4F83-9409-0A43E60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90726CDE-5312-40D3-9F57-B5C5A2D5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5CA5996-F5FB-4CCF-A80C-55B6BE5A3939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abee08aae7486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16085-12FF-4ACF-8E3A-C5A5A318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A228E-EED1-4C78-AE15-571507D4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BF441-C235-44A7-B588-48E429AE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FDA3C-6EF7-43CA-B799-A87A7A2C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C7AEA-0796-4282-9E4B-850FC78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218118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E7EA2C47-C98D-4200-90EE-16745B0D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8BB91FB-4C5E-430F-90CF-92941825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单节点流水化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DBE75F83-6333-4E14-AAEA-C6BFEE37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用更少的中间内存和并行区完成同一次计算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E7D4D-B536-4598-95B0-E6D63A7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25E2EF82-1AB5-4218-A916-C253394C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78BFA-3657-4B31-BD0C-60EFD4E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9776D-102E-4480-B172-E0242B9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E3C7C-1E79-4085-97B3-11311B77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E1CD3-934E-4F8F-9797-470AD352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1D8B-C498-4B88-9E57-E2D2F23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2CDB7-8590-493F-9B48-6A2E78C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11500-ADA3-41B9-BADD-8043A93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9D4A0-9371-48AE-BB4B-3A643A9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50339-7127-4AB6-BE39-6000589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85B48-8FF2-4F96-B87A-8E3EB6F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16061-9307-46E5-865A-51CDE79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B2F3-54D5-4E3A-8F87-3E2BC66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D4DDD-B296-42C8-8092-1849DD4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EDFA3-A292-4885-9B7D-BF0CA34C039E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872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D094DA67-87AB-49BA-9D95-BF838362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3473FBD-A37C-4BB0-83B9-2775CB2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 CPU 流水线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124CD88E-4831-4467-8A9D-C7339088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每个节点只处理本地帧区间，三个 rank 并行写出最终矩阵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77C4-6968-447E-8FDF-7397423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1FE93EA3-CA23-49FF-A845-79AE66C2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A00AB-CC85-4CF7-88E7-4E51B08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B4EB-F4AA-4838-AB4C-0471171D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16571-5914-4A0E-9ABE-7AABDD8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A1BEF-6A91-4CFC-A86F-C780114C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55938-DD92-453D-8F90-3BE50632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FD6E0-CEE0-4DD2-AB37-3C849C4E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5D770-BE79-41D6-AE87-608F2C93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87FAE-699F-416F-9900-AB232D9F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049D7-53DE-4ED1-82DA-330BDFF7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2705D-73C6-455E-883C-6CA5FD6D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A1D56-11AE-4274-9438-C52F4FB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E4170-C364-438C-B717-D18A6D11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976468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47C72F98-E401-48CD-A90E-4CF5CBF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4C26BC3-D7D4-46D8-A9DD-79A5796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8DD9A7C-F191-4E6B-9503-B8EFF8FC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8B24A-8BF4-4F40-A197-54A2EDA0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96A7C0B7-1E73-4B9A-AED7-B4F5454D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597BBD4-116C-4C39-A3BB-D6B043B72A68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d4a06925a9449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0A3AE-7334-4DEB-8FA5-6045B9B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5310-BD69-495C-B391-402B5E36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D663D-0EC8-43C2-9FA7-E25FFB29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21376716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mark-11">
            <a:extLst xmlns:a="http://schemas.openxmlformats.org/drawingml/2006/main">
              <a:ext uri="{FF2B5EF4-FFF2-40B4-BE49-F238E27FC236}">
                <a16:creationId xmlns:a16="http://schemas.microsoft.com/office/drawing/2014/main" id="{AF7A00B4-1DAA-46F0-A7B6-4C4714B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4B0917E0-CE5E-420D-A532-D13E895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参考资料与 AI 工具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93049CB4-4728-46B1-8C3F-64187AD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实现依据、外部接口文档和 AI 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421A0-F82D-43BB-BDF2-FF8C30C6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C549BA71-75D8-4067-8BFC-47975887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70A48-E7C4-4A7C-AA80-5109494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项目内资料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65C3D-37EF-408A-80D2-0701B996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题目 README、原始 C++ 与 Python 实现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公开头文件、validate.py 与四份 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Slurm 原始日志和 nvidia-smi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D460-2A4E-4B48-9E6A-01C21759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外部与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97920-C7FD-45E6-96B7-8C77E27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CUDA Runtime、cuFFT、OpenMP、GCC、Slurm API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OpenAI Codex（GPT-5）：代码阅读、方案草稿和实验编排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所有正式性能与正确性数据均来自真实 Slurm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47E19-22F7-4A59-BB5B-F9DC9C1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1DA7-9BBE-4406-A3C6-A5B524B9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AI 辅助实现经过编译、官方用例、日志复核和口径检查。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28023-68B8-41A6-A275-F7D69E3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详细来源：docs/references-and-ai.md</a:t>
            </a:r>
          </a:p>
        </p:txBody>
      </p:sp>
    </p:spTree>
    <p:extLst>
      <p:ext uri="{BB962C8B-B14F-4D97-AF65-F5344CB8AC3E}">
        <p14:creationId xmlns:p14="http://schemas.microsoft.com/office/powerpoint/2010/main" val="1059857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12">
            <a:extLst xmlns:a="http://schemas.openxmlformats.org/drawingml/2006/main">
              <a:ext uri="{FF2B5EF4-FFF2-40B4-BE49-F238E27FC236}">
                <a16:creationId xmlns:a16="http://schemas.microsoft.com/office/drawing/2014/main" id="{6DCF5AC6-A0AB-48C2-AD55-35AFD8F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B4CD29A-21C5-4F08-B7E7-DCD2BCD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几个值得记住的 bug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EE42885B-B6F9-4286-94E6-1BDBED3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这些问题改变了实现细节，也解释了为什么 profile 必须配合真实运行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1B5A8-CF0E-4262-8246-5C61995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BDA3DF65-491C-4E3E-B0C6-115C7111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B115E-D02D-4F30-8E66-920730BC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07B80-5496-48AA-A376-EFEF490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跨节点临时输入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BF072-1C78-4C82-BD93-15B2F54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81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benchmark 把 1M PCM 放在 batch 节点 /tmp，其他 rank 不可见，作业退出 143。改为共享目录输入。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D2DCF-E085-4D27-936F-C3293EC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9E3B5-8BD4-4B5C-82AE-3E57BDF8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5BAF6-EB31-4D86-ADC4-DC38706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ready token 竞态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D486D-A000-4B3E-B99A-D5100C25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 ready 文件可能让 rank 抢跑。最终使用每轮 64-bit token，确认当前轮状态后再 pwrite。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31B2E-8C08-4459-BD23-F004E1F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30978-79D6-417F-9663-5CA1D841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4E478-6766-4DB2-9BA0-8E1F44F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NVCC 链接参数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9F452-4B92-4A84-806C-9D0F197D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NVCC 把 -Wl,-rpath 当作未知选项。改为通过 LD_LIBRARY_PATH 定位 CUDA 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029AF-A827-4FC1-9011-EB999E5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40AE5-F748-46BA-B839-997FF03E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FFC90-FECB-452E-AE2F-78E29CE3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perf 权限限制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68AFC-8A1A-43D5-B078-3EFD900C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perf_event_paranoid=4 禁止硬件计数器。改用阶段计时 driver，保留有效阶段 profile 数据。</a:t>
            </a:r>
          </a:p>
        </p:txBody>
      </p:sp>
    </p:spTree>
    <p:extLst>
      <p:ext uri="{BB962C8B-B14F-4D97-AF65-F5344CB8AC3E}">
        <p14:creationId xmlns:p14="http://schemas.microsoft.com/office/powerpoint/2010/main" val="21152139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79E00-7254-496A-AED0-479E9237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B9442-BBF0-4E2C-9D4B-084984C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算法优化打底，三节点流水线兑现收益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C8D81-1062-4EB4-80C1-13798630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6063-ECB7-4BF8-B20D-64FF9E86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63A3C-C4F1-44C4-8D8A-C56092F9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9151F-F6ED-4674-B1FA-DBE5EC7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7650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7B895-3342-4145-9B69-5EB0C1C2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48F61-8F3D-4988-BBBB-7C05253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518D2-4618-462D-AA45-02EF4266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104.876x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17C04-F355-4E74-A5FB-4F282E68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相对原实现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38015-B752-4CF4-96ED-6C059FA3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1M 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F51C3-5912-4B72-9FC6-E75B6741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7650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0262A-2ED9-48C9-AF90-9DBCAD3B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956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官方用例通过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7ECB5-1A16-4C32-AA78-E040DF96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正确性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275FB-C697-40C9-BEA2-A12AFA8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83589-0F9F-4B64-920C-8FC63F2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优化阶段已停止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58C95-AC58-4A33-8CE9-623639B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文档与讲稿已完成，PPT 可作为最终汇报材料。</a:t>
            </a:r>
          </a:p>
        </p:txBody>
      </p:sp>
    </p:spTree>
    <p:extLst>
      <p:ext uri="{BB962C8B-B14F-4D97-AF65-F5344CB8AC3E}">
        <p14:creationId xmlns:p14="http://schemas.microsoft.com/office/powerpoint/2010/main" val="1630596159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2026-10-31T01:23:47.5300000Z</dcterms:created>
  <dcterms:modified xsi:type="dcterms:W3CDTF">2026-10-31T01:23:47.5300000Z</dcterms:modified>
</coreProperties>
</file>