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d13e5afa948e3" /><Relationship Type="http://schemas.openxmlformats.org/officeDocument/2006/relationships/extended-properties" Target="/docProps/app.xml" Id="R42886ac3d5e244d9" /><Relationship Type="http://schemas.openxmlformats.org/officeDocument/2006/relationships/officeDocument" Target="/ppt/presentation.xml" Id="R29c55552175f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b4170328a4045"/>
  </p:sldMasterIdLst>
  <p:notesMasterIdLst>
    <p:notesMasterId xmlns:r="http://schemas.openxmlformats.org/officeDocument/2006/relationships" r:id="Ref1c306cdf8748c8"/>
  </p:notesMasterIdLst>
  <p:sldIdLst>
    <p:sldId xmlns:r="http://schemas.openxmlformats.org/officeDocument/2006/relationships" id="256" r:id="R6b66d3a80ab042d4"/>
    <p:sldId xmlns:r="http://schemas.openxmlformats.org/officeDocument/2006/relationships" id="257" r:id="Reb249647dcf04e38"/>
    <p:sldId xmlns:r="http://schemas.openxmlformats.org/officeDocument/2006/relationships" id="258" r:id="R0fcaba1d8c61418f"/>
    <p:sldId xmlns:r="http://schemas.openxmlformats.org/officeDocument/2006/relationships" id="259" r:id="R147db4b9b46342b6"/>
    <p:sldId xmlns:r="http://schemas.openxmlformats.org/officeDocument/2006/relationships" id="260" r:id="R2a20f7a1c2144c89"/>
    <p:sldId xmlns:r="http://schemas.openxmlformats.org/officeDocument/2006/relationships" id="261" r:id="R22de056c6a184b83"/>
    <p:sldId xmlns:r="http://schemas.openxmlformats.org/officeDocument/2006/relationships" id="262" r:id="Ra427bfbda8ec496f"/>
    <p:sldId xmlns:r="http://schemas.openxmlformats.org/officeDocument/2006/relationships" id="263" r:id="Rd4db079255e44cde"/>
    <p:sldId xmlns:r="http://schemas.openxmlformats.org/officeDocument/2006/relationships" id="264" r:id="R8357ed48dde745af"/>
    <p:sldId xmlns:r="http://schemas.openxmlformats.org/officeDocument/2006/relationships" id="265" r:id="Rccc967bb32b54bd2"/>
    <p:sldId xmlns:r="http://schemas.openxmlformats.org/officeDocument/2006/relationships" id="266" r:id="R28c10b7f0f5a485b"/>
    <p:sldId xmlns:r="http://schemas.openxmlformats.org/officeDocument/2006/relationships" id="267" r:id="R7fa22f111d154dc2"/>
    <p:sldId xmlns:r="http://schemas.openxmlformats.org/officeDocument/2006/relationships" id="268" r:id="Rc8e75c1111d445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3c8a253c24bab" /><Relationship Type="http://schemas.openxmlformats.org/officeDocument/2006/relationships/slideMaster" Target="/ppt/slideMasters/slideMaster1.xml" Id="R820b4170328a4045" /><Relationship Type="http://schemas.openxmlformats.org/officeDocument/2006/relationships/notesMaster" Target="/ppt/notesMasters/notesMaster1.xml" Id="Ref1c306cdf8748c8" /><Relationship Type="http://schemas.openxmlformats.org/officeDocument/2006/relationships/presProps" Target="/ppt/presProps.xml" Id="R5556679e03744773" /><Relationship Type="http://schemas.openxmlformats.org/officeDocument/2006/relationships/tableStyles" Target="/ppt/tableStyles.xml" Id="R7974088f4ba14519" /><Relationship Type="http://schemas.openxmlformats.org/officeDocument/2006/relationships/slide" Target="/ppt/slides/slide1.xml" Id="R6b66d3a80ab042d4" /><Relationship Type="http://schemas.openxmlformats.org/officeDocument/2006/relationships/slide" Target="/ppt/slides/slide2.xml" Id="Reb249647dcf04e38" /><Relationship Type="http://schemas.openxmlformats.org/officeDocument/2006/relationships/slide" Target="/ppt/slides/slide3.xml" Id="R0fcaba1d8c61418f" /><Relationship Type="http://schemas.openxmlformats.org/officeDocument/2006/relationships/slide" Target="/ppt/slides/slide4.xml" Id="R147db4b9b46342b6" /><Relationship Type="http://schemas.openxmlformats.org/officeDocument/2006/relationships/slide" Target="/ppt/slides/slide5.xml" Id="R2a20f7a1c2144c89" /><Relationship Type="http://schemas.openxmlformats.org/officeDocument/2006/relationships/slide" Target="/ppt/slides/slide6.xml" Id="R22de056c6a184b83" /><Relationship Type="http://schemas.openxmlformats.org/officeDocument/2006/relationships/slide" Target="/ppt/slides/slide7.xml" Id="Ra427bfbda8ec496f" /><Relationship Type="http://schemas.openxmlformats.org/officeDocument/2006/relationships/slide" Target="/ppt/slides/slide8.xml" Id="Rd4db079255e44cde" /><Relationship Type="http://schemas.openxmlformats.org/officeDocument/2006/relationships/slide" Target="/ppt/slides/slide9.xml" Id="R8357ed48dde745af" /><Relationship Type="http://schemas.openxmlformats.org/officeDocument/2006/relationships/slide" Target="/ppt/slides/slide10.xml" Id="Rccc967bb32b54bd2" /><Relationship Type="http://schemas.openxmlformats.org/officeDocument/2006/relationships/slide" Target="/ppt/slides/slide11.xml" Id="R28c10b7f0f5a485b" /><Relationship Type="http://schemas.openxmlformats.org/officeDocument/2006/relationships/slide" Target="/ppt/slides/slide12.xml" Id="R7fa22f111d154dc2" /><Relationship Type="http://schemas.openxmlformats.org/officeDocument/2006/relationships/slide" Target="/ppt/slides/slide13.xml" Id="Rc8e75c1111d4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f3a99fd8d4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fc3aedc2cb4178" /><Relationship Type="http://schemas.openxmlformats.org/officeDocument/2006/relationships/notesMaster" Target="/ppt/notesMasters/notesMaster1.xml" Id="Rca804ace5697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f3d041618473b" /><Relationship Type="http://schemas.openxmlformats.org/officeDocument/2006/relationships/notesMaster" Target="/ppt/notesMasters/notesMaster1.xml" Id="R77e8daace778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a045a5e044294" /><Relationship Type="http://schemas.openxmlformats.org/officeDocument/2006/relationships/notesMaster" Target="/ppt/notesMasters/notesMaster1.xml" Id="R3e812fa8b048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f25b2da993412b" /><Relationship Type="http://schemas.openxmlformats.org/officeDocument/2006/relationships/notesMaster" Target="/ppt/notesMasters/notesMaster1.xml" Id="R55a136f1b478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39a8b02a2e418c" /><Relationship Type="http://schemas.openxmlformats.org/officeDocument/2006/relationships/notesMaster" Target="/ppt/notesMasters/notesMaster1.xml" Id="R611518b659b448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bc0429ec44d63" /><Relationship Type="http://schemas.openxmlformats.org/officeDocument/2006/relationships/notesMaster" Target="/ppt/notesMasters/notesMaster1.xml" Id="R11b4bfc557894d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7414b108a04e82" /><Relationship Type="http://schemas.openxmlformats.org/officeDocument/2006/relationships/notesMaster" Target="/ppt/notesMasters/notesMaster1.xml" Id="Re746dd7c2a3e41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356e0715954793" /><Relationship Type="http://schemas.openxmlformats.org/officeDocument/2006/relationships/notesMaster" Target="/ppt/notesMasters/notesMaster1.xml" Id="Raa71cfbc3547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2a65de3e644578" /><Relationship Type="http://schemas.openxmlformats.org/officeDocument/2006/relationships/notesMaster" Target="/ppt/notesMasters/notesMaster1.xml" Id="R0709b60ac34049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8fce04de714ae2" /><Relationship Type="http://schemas.openxmlformats.org/officeDocument/2006/relationships/notesMaster" Target="/ppt/notesMasters/notesMaster1.xml" Id="Rf58a54fd077740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0538fd449a4c20" /><Relationship Type="http://schemas.openxmlformats.org/officeDocument/2006/relationships/notesMaster" Target="/ppt/notesMasters/notesMaster1.xml" Id="Re17e1d93a8b146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27c3dcb40846e4" /><Relationship Type="http://schemas.openxmlformats.org/officeDocument/2006/relationships/notesMaster" Target="/ppt/notesMasters/notesMaster1.xml" Id="Ra20fd589905c42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765b5ee70741be" /><Relationship Type="http://schemas.openxmlformats.org/officeDocument/2006/relationships/notesMaster" Target="/ppt/notesMasters/notesMaster1.xml" Id="R7e659da0b532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这一页覆盖 001 到 009 的每一步思路和效果。相对 exp001 列使用完整四用例。</a:t>
            </a:r>
          </a:p>
          <a:p xmlns:a="http://schemas.openxmlformats.org/drawingml/2006/main">
            <a:r>
              <a:t>原实现的前 1M 样本同口径对照：exp008 为 1427.391x，exp009 为 156.271x。</a:t>
            </a:r>
          </a:p>
          <a:p xmlns:a="http://schemas.openxmlformats.org/drawingml/2006/main">
            <a:r>
              <a:t>证据来源：docs/experiment-report.md、results/final-metrics.csv、results/relative-to-original.csv。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官方四用例全部通过，同口径 1M 样本相对原实现加速 1427.391x。来源：jobs 413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倍；同口径 1M 相对原实现为 156.271x。来源：jobs 415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项目内依据来自原始代码、官方评测脚本和全部 expected 数据。</a:t>
            </a:r>
          </a:p>
          <a:p xmlns:a="http://schemas.openxmlformats.org/drawingml/2006/main">
            <a:r>
              <a:t>API 设计参考 CUDA Runtime、cuFFT、OpenMP、GCC 与 Slurm 的官方文档。</a:t>
            </a:r>
          </a:p>
          <a:p xmlns:a="http://schemas.openxmlformats.org/drawingml/2006/main">
            <a:r>
              <a:t>使用 OpenAI Codex（GPT-5）辅助分析、实现草稿、实验编排和材料整理。所有结论以真实作业日志为准。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 bug 都来自实际运行，不是概念性风险。</a:t>
            </a:r>
          </a:p>
          <a:p xmlns:a="http://schemas.openxmlformats.org/drawingml/2006/main">
            <a:r>
              <a:t>跨节点 /tmp 和 ready token 竞态都涉及多进程可见性与一致性。</a:t>
            </a:r>
          </a:p>
          <a:p xmlns:a="http://schemas.openxmlformats.org/drawingml/2006/main">
            <a:r>
              <a:t>NVCC 参数和 perf 权限说明工具链边界也必须通过远程实测确认。</a:t>
            </a:r>
          </a:p>
          <a:p xmlns:a="http://schemas.openxmlformats.org/drawingml/2006/main">
            <a:r>
              <a:t>证据来源：docs/references-and-ai.md、相关 failed/success Slurm 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最终成果保留两个独立方案。单节点 exp008 为 2.733 秒，三节点 exp009 为 2.186 秒。</a:t>
            </a:r>
          </a:p>
          <a:p xmlns:a="http://schemas.openxmlformats.org/drawingml/2006/main">
            <a:r>
              <a:t>相对 exp001 的官方四用例加速分别为 1.382 倍和 1.728 倍。</a:t>
            </a:r>
          </a:p>
          <a:p xmlns:a="http://schemas.openxmlformats.org/drawingml/2006/main">
            <a:r>
              <a:t>同口径 1M 样本相对原实现分别为 1427.391 倍和 156.271 倍。</a:t>
            </a:r>
          </a:p>
          <a:p xmlns:a="http://schemas.openxmlformats.org/drawingml/2006/main">
            <a:r>
              <a:t>两个方案都通过官方四个用例。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1794f1a7445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ebae4329042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804ae2a5e4d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f6c23d75841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d23085acf4a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c4877412c4f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FB180F-B468-43FB-836C-8136C7EAA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E80BD7-E563-4425-90B7-38298DE4D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CCA4F7-5391-44CC-A620-DBF746BC6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872B20-8D92-4FF7-8303-7F1A0F058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749307-E56D-4022-B3B6-93B23C811B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1C7C5C-5C49-4165-AD9F-44A9CF218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186215-E9EA-4822-81FC-2337811AF4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FCC72D-726F-473D-ABCF-ECB10641C2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DAC13C-2AF1-4F03-91F8-D4621F2AB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95B787-130B-4606-AD17-46D4DCFB79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30093a291048b1" /><Relationship Type="http://schemas.openxmlformats.org/officeDocument/2006/relationships/slideLayout" Target="/ppt/slideLayouts/slideLayout1.xml" Id="R3eb9fc925c3e4211" /><Relationship Type="http://schemas.openxmlformats.org/officeDocument/2006/relationships/slideLayout" Target="/ppt/slideLayouts/slideLayout2.xml" Id="R500a4f2d13d84e3f" /><Relationship Type="http://schemas.openxmlformats.org/officeDocument/2006/relationships/slideLayout" Target="/ppt/slideLayouts/slideLayout3.xml" Id="R6c911a0486434ff7" /><Relationship Type="http://schemas.openxmlformats.org/officeDocument/2006/relationships/slideLayout" Target="/ppt/slideLayouts/slideLayout4.xml" Id="Rfab7f2c23bd545ab" /><Relationship Type="http://schemas.openxmlformats.org/officeDocument/2006/relationships/slideLayout" Target="/ppt/slideLayouts/slideLayout5.xml" Id="R6ea542b666004b0a" /><Relationship Type="http://schemas.openxmlformats.org/officeDocument/2006/relationships/slideLayout" Target="/ppt/slideLayouts/slideLayout6.xml" Id="R37e96b9c7d524f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9fc925c3e4211"/>
    <p:sldLayoutId xmlns:r="http://schemas.openxmlformats.org/officeDocument/2006/relationships" id="2147483650" r:id="R500a4f2d13d84e3f"/>
    <p:sldLayoutId xmlns:r="http://schemas.openxmlformats.org/officeDocument/2006/relationships" id="2147483651" r:id="R6c911a0486434ff7"/>
    <p:sldLayoutId xmlns:r="http://schemas.openxmlformats.org/officeDocument/2006/relationships" id="2147483652" r:id="Rfab7f2c23bd545ab"/>
    <p:sldLayoutId xmlns:r="http://schemas.openxmlformats.org/officeDocument/2006/relationships" id="2147483653" r:id="R6ea542b666004b0a"/>
    <p:sldLayoutId xmlns:r="http://schemas.openxmlformats.org/officeDocument/2006/relationships" id="2147483654" r:id="R37e96b9c7d524f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0f0cd4dfc4ca6" /><Relationship Type="http://schemas.openxmlformats.org/officeDocument/2006/relationships/notesSlide" Target="/ppt/notesSlides/notesSlide1.xml" Id="R8fb22681ef7b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6eec7cb744bcc" /><Relationship Type="http://schemas.openxmlformats.org/officeDocument/2006/relationships/notesSlide" Target="/ppt/notesSlides/notesSlide2.xml" Id="Rc040468d1bf0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57192dec44820" /><Relationship Type="http://schemas.openxmlformats.org/officeDocument/2006/relationships/chart" Target="/ppt/slides/charts/chart1.xml" Id="Re49fd5a89d094825" /><Relationship Type="http://schemas.openxmlformats.org/officeDocument/2006/relationships/notesSlide" Target="/ppt/notesSlides/notesSlide3.xml" Id="Rbc5a019d5ae5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f7db055924ca8" /><Relationship Type="http://schemas.openxmlformats.org/officeDocument/2006/relationships/notesSlide" Target="/ppt/notesSlides/notesSlide4.xml" Id="R320b2fd63265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2a41d86224e17" /><Relationship Type="http://schemas.openxmlformats.org/officeDocument/2006/relationships/notesSlide" Target="/ppt/notesSlides/notesSlide5.xml" Id="Rc6926e3d7630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0d0598d4744f6" /><Relationship Type="http://schemas.openxmlformats.org/officeDocument/2006/relationships/chart" Target="/ppt/slides/charts/chart2.xml" Id="Rf88bf44b99b74743" /><Relationship Type="http://schemas.openxmlformats.org/officeDocument/2006/relationships/notesSlide" Target="/ppt/notesSlides/notesSlide6.xml" Id="Rc9936ab4c4cf41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b2d4493bd4429" /><Relationship Type="http://schemas.openxmlformats.org/officeDocument/2006/relationships/chart" Target="/ppt/slides/charts/chart3.xml" Id="Rdac57899e3184d7b" /><Relationship Type="http://schemas.openxmlformats.org/officeDocument/2006/relationships/notesSlide" Target="/ppt/notesSlides/notesSlide7.xml" Id="Ra201457fbb5c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7da794d924b99" /><Relationship Type="http://schemas.openxmlformats.org/officeDocument/2006/relationships/notesSlide" Target="/ppt/notesSlides/notesSlide8.xml" Id="R08fc1a80b16343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97de3c5e04b33" /><Relationship Type="http://schemas.openxmlformats.org/officeDocument/2006/relationships/notesSlide" Target="/ppt/notesSlides/notesSlide9.xml" Id="R2bce1c769e1a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fe0ec569d4361" /><Relationship Type="http://schemas.openxmlformats.org/officeDocument/2006/relationships/chart" Target="/ppt/slides/charts/chart4.xml" Id="R7e4347f8d7db42ec" /><Relationship Type="http://schemas.openxmlformats.org/officeDocument/2006/relationships/notesSlide" Target="/ppt/notesSlides/notesSlide10.xml" Id="R614ac7b5c8704f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e0815969440eb" /><Relationship Type="http://schemas.openxmlformats.org/officeDocument/2006/relationships/notesSlide" Target="/ppt/notesSlides/notesSlide11.xml" Id="R2f9c637dad4040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5daa08ba848bd" /><Relationship Type="http://schemas.openxmlformats.org/officeDocument/2006/relationships/notesSlide" Target="/ppt/notesSlides/notesSlide12.xml" Id="Re045863d7a1c42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8cbe507ca4f4c" /><Relationship Type="http://schemas.openxmlformats.org/officeDocument/2006/relationships/notesSlide" Target="/ppt/notesSlides/notesSlide13.xml" Id="Raf3cd661d3c74c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36A6A17-B2EA-4E26-9954-B3EEC051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87F8952-BA65-472B-AE96-69638F7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F03A1D-1D52-4C4D-9707-A690F48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DD847-4C26-4C05-A9CE-1E247DD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9FCB8932-183D-4B15-BDE0-BE51151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0E91D1C6-E91D-4DFC-979D-889BD892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官方四例 4/4 PASS  /  三节点相对 exp001 1.728x  /  原实现 1M：exp008 1427.391x</a:t>
            </a:r>
          </a:p>
        </p:txBody>
      </p:sp>
    </p:spTree>
    <p:extLst>
      <p:ext uri="{BB962C8B-B14F-4D97-AF65-F5344CB8AC3E}">
        <p14:creationId xmlns:p14="http://schemas.microsoft.com/office/powerpoint/2010/main" val="72257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FD85296B-7FF6-4620-8CA5-E1E4124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6A7BA81-0699-4DB8-B417-68E809C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7553A75-F9DB-4D29-9937-31B3D3F2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C9D30-533A-4D8F-AFF8-44C018B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67D46772-8F4E-449A-859F-D96A4CA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720C4-CFB8-41CB-9153-3C3034B4216E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98A22-AC7C-448A-87ED-C9A575FE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90B571AE-05B0-4360-AA7B-50CA157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784518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9FE77129-B738-414A-B1C6-54E5D5D4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D7BE862-602A-4B75-9406-75616B1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D5DF159A-871D-4829-986D-DE233396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4612-BEBB-421E-840C-10A6E30C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3C2601CB-97EB-4496-9F25-7063A9C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989C7B2-88C5-4286-AF00-D6DBEEC4BB4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9fd5a89d09482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1C63B-12E5-4514-8922-02CB9B9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19010-9ED4-4FC5-9785-A7C7C45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6EF4E-2C6F-48E8-8D59-FD2955E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C05B9-169C-441F-BDB7-C30F45B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27BDE-102B-4A2C-9792-4E3F53B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default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exp008 1427.391x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exp009 156.271x</a:t>
            </a:r>
          </a:p>
        </p:txBody>
      </p:sp>
    </p:spTree>
    <p:extLst>
      <p:ext uri="{BB962C8B-B14F-4D97-AF65-F5344CB8AC3E}">
        <p14:creationId xmlns:p14="http://schemas.microsoft.com/office/powerpoint/2010/main" val="917915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895E64B1-C7D0-4224-BD4B-1649F87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7EC0AFF-4BEF-42BC-94C8-992E219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每一步优化与实测效果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A472D402-38A4-4B7E-B338-343B1D9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四用例对照 exp001；同口径 1M 样本：exp008 1427.391x，exp009 156.271x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ABD6D-3D75-4DF8-8D17-AD01F0A5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791348CB-8017-46D9-B1F2-C84E5594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1E58F-9213-40FF-9D7B-0B44A563A336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26720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思路与过程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相对 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打包实数 FFT、稀疏 Mel、tile、SIMD、OpenMP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cuFFT D2Z；两个 CUDA context / stream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4% CPU 帧与双 GPU 并行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 rank 原生 Slurm；本地读；token +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 CPU 2% + 双 GPU；完整 PCM 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两节点纯 GPU；本地 PCM 区间读取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阶段计时 driver；不改算法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并行归一化；单 OMP 区域；直接 float32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三节点复用 exp008；本地读 + 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36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3B4E7DA2-F603-4B5A-97EE-9311185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0D44BF1-2C82-4275-9B69-A2641123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DF5C1B26-5FC4-4451-8EA1-512BD94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79A9C-E4FF-4DEB-B790-A8AD144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3B9AAD85-B316-4D2D-88ED-5D5750F5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9581C-D8D1-417F-8602-650C5750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A87BA-A2FF-4E09-9176-BC71F030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2F416-849A-45C0-813C-FE35E763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E536C-78F2-41D8-97A8-AC5E37D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B6C4-4F5D-4720-92B7-DBFFEEA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1378A-A52F-4123-818D-27C0C888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D38C-95A7-4D41-9877-922F0EB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C937E-24D6-4899-A29D-18646D1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0DB25-D50C-42C3-A585-9A25C50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4E3E5-D191-4107-9C30-50ED9CD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2A50D-2F58-47E6-AEC8-3FBCACAB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5B6DB-5E72-4F9B-96C7-13FD04A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8490D-0F98-4150-81FA-8B83B2B0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1D2D9-C079-4C85-848D-1C57858B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9E16C-BD6B-4FDF-A050-AAA5357B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1512608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B172D082-87A7-401F-91AD-EE8982F2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E259EF4-C229-4330-B31C-770A7884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1C292CC-2C80-4262-A5B3-420CF60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E6A9A-C629-4B9E-BC04-ED91E7E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B7D7BB47-38C6-46FE-B444-C83D511B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F8F0E9A-09C0-4B0D-8030-398AFF85C602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8bf44b99b7474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3619C-B620-4868-A735-D716149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9A5D7-3F6F-4D9E-805D-EB1A2349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1829759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6565E94F-490C-4DAF-B7B4-E322082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7B381A3-455B-4642-A7EF-17C5240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A0D5C79E-788A-4B22-9437-25D62AA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9F502-C3B5-4D4E-A555-A47DE2C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6D96FEC7-09E5-4047-B614-5C3A681C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2616A2E-29D1-4083-9AC2-4415D7D0EABB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c57899e3184d7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92A31-127E-444D-B5E6-859548D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874A-2AA2-44CE-B018-A34AC56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BC090-5A57-45CB-A768-9213E6ED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97BC4-D379-47B5-931A-BFDF251D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0F5D-35C6-4A2E-A5C5-57B9A23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1278724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EC3F7043-16B4-404C-A0DB-ECF7BD6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189B69D-40BA-4FC5-B567-1A4FD0D2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单节点最终方案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7920376B-E0A2-4A4E-B791-1E851941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并行归一化、单 OpenMP 区域和直接 float32；同口径 1M 原实现加速 1427.391x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5062-8287-4CFD-A38B-B814317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9681FE02-B003-411C-8274-612C114A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7B85-D1F0-489F-BAA4-38199354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4D21B-1DB8-4CE1-A6EC-1188D4B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5C8D7-A23F-4D7F-8E6A-AAECB2E6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11656-3C27-47E9-B249-70C18DD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C9936-7C5F-47C1-939D-79916453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57133-745D-4FBC-A5FB-36C3AA8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7C178-23E2-40B7-96FE-7D65FD0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A1BD9-1E09-41CA-A161-E6DDC1F3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7C81-17EA-4725-A4B6-27445B4A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34CC1-A79D-429C-AFDC-02AD942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4657C-E113-433F-AB73-D9135DFF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65715-6D49-4366-A96F-E4EB213B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11D45-EE06-48FB-88F8-7331144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CD047-56E3-4455-BC9D-802C64A53633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731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486262EE-6580-4D05-9799-EA26BF5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EB0BAD6-58D0-4290-8703-A96F8FA5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三节点最终方案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AFA92DB6-AA35-4C51-9A00-506DFE7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每个节点处理本地帧区间；同口径 1M 原实现加速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E073A-6818-40D3-99E4-092056B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5803673D-6E2E-4D00-8698-57CA953C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5B8C0-435F-41EC-8D4D-05AE889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6809-EB00-4D76-97CA-681FDB6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46529-3107-4D0E-AE0D-84BD49D2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9454B-0F01-4B89-B3C9-72AAFED3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B13EA-3D42-4E93-B492-C72F0E41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B894E-8EBC-486E-BC8C-F01F4744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F96C1-0529-4AAE-92CC-80B0C6A5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F5F39-0AEE-4267-8563-85A34B3C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87FBC-9CA1-44CC-B7A7-BE22EF0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40563-7361-400B-B0BF-E7FFC84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320AD-7C29-4123-9CB2-7E970485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6A01D-2D23-4325-8F39-28F103A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1546736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633010B6-1272-4FEF-8841-DA662CE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0B114F9-310A-46B9-AECA-8E4165E1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211607F-2FF7-45ED-BE7B-81D6139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31F96-2A51-4112-B7DF-F18002A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E5965554-611C-4137-BD85-23256EE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0DB4776-2F76-42B1-9E2C-277F4C5E819B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4347f8d7db42e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9F041-8F6D-4FDE-872D-E608CD0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FB55D-1542-43DB-B294-038562E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F2797-A46E-4FAD-BD81-08761381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519194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mark-11">
            <a:extLst xmlns:a="http://schemas.openxmlformats.org/drawingml/2006/main">
              <a:ext uri="{FF2B5EF4-FFF2-40B4-BE49-F238E27FC236}">
                <a16:creationId xmlns:a16="http://schemas.microsoft.com/office/drawing/2014/main" id="{CCF1C3F0-CEB8-4CB4-B097-F66CBD6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2D34DEA-8A90-453A-B306-F20E858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参考资料与 AI 工具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48C85ABA-B0CD-4343-8316-F2156CE0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实现依据、外部接口文档和 AI 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68745-59FA-4E3A-BBEB-F83D7F4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C8F9AC82-F79B-4C67-B7A4-F95AE5E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0F3AC-B4F1-4F42-B042-27C87437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项目内资料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B89DC-BFCE-4DEE-8518-36BB5BED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题目 README、原始 C++ 与 Python 实现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公开头文件、validate.py 与四份 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Slurm 原始日志和 nvidia-smi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C410F-8853-4FD4-A086-EBA43ED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外部与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BA15-A5C6-44E6-B34B-13406CBD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CUDA Runtime、cuFFT、OpenMP、GCC、Slurm API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OpenAI Codex（GPT-5）：代码阅读、方案草稿和实验编排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所有正式性能与正确性数据均来自真实 Slurm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41612-0F2E-4A2A-9984-6DFFF36F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67C54-478B-4B1D-92B4-0C5FD1A4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AI 辅助实现经过编译、官方用例、日志复核和口径检查。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6D8D7-83A4-49D5-A707-44674CF4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详细来源：docs/references-and-ai.md</a:t>
            </a:r>
          </a:p>
        </p:txBody>
      </p:sp>
    </p:spTree>
    <p:extLst>
      <p:ext uri="{BB962C8B-B14F-4D97-AF65-F5344CB8AC3E}">
        <p14:creationId xmlns:p14="http://schemas.microsoft.com/office/powerpoint/2010/main" val="16944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12">
            <a:extLst xmlns:a="http://schemas.openxmlformats.org/drawingml/2006/main">
              <a:ext uri="{FF2B5EF4-FFF2-40B4-BE49-F238E27FC236}">
                <a16:creationId xmlns:a16="http://schemas.microsoft.com/office/drawing/2014/main" id="{59470C3D-6FB7-4F7B-921D-AD267156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740EA41-34D1-47F9-9D47-58DF443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几个值得记住的 bug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38FF3172-8A60-4468-B5E7-52655814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这些问题改变了实现细节，也解释了为什么 profile 必须配合真实运行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D70F5-1C46-456F-AFAE-A79A66E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BDD1AFC5-CA23-4CF4-9CF5-9F530FC3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DDDBB-1163-425A-AA70-D13C561C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EF049-6295-47B1-81AD-1B83C2DB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跨节点临时输入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C0263-0B8D-444E-80F1-8F498793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81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benchmark 把 1M PCM 放在 batch 节点 /tmp，其他 rank 不可见，作业退出 143。改为共享目录输入。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598B3-4EE5-4DB6-9273-CBCB5E68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83386-25E3-4563-B794-CD56BAB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7C5FD-F499-4FB1-8053-C22F2362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ready token 竞态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AF008-7DCA-4250-AF24-5984A46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 ready 文件可能让 rank 抢跑。最终使用每轮 64-bit token，确认当前轮状态后再 pwrite。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B3E6F-5E8F-4A95-993A-9FCCCC6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E40BF-EDAC-48A2-BE5C-A1B212A8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A9547-2F88-48AB-9E7D-9AA6C18E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NVCC 链接参数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2463C-1CD3-4BB5-A5F9-6AABF324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NVCC 把 -Wl,-rpath 当作未知选项。改为通过 LD_LIBRARY_PATH 定位 CUDA 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AEB05-F6ED-4D15-85E0-6ACE458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3D8F7-354E-42D8-8BFD-4D5DDE9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352F4-F640-4AF6-BAB4-0E02A75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perf 权限限制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B6C43-56B5-4730-A311-19FA798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perf_event_paranoid=4 禁止硬件计数器。改用阶段计时 driver，保留有效阶段 profile 数据。</a:t>
            </a:r>
          </a:p>
        </p:txBody>
      </p:sp>
    </p:spTree>
    <p:extLst>
      <p:ext uri="{BB962C8B-B14F-4D97-AF65-F5344CB8AC3E}">
        <p14:creationId xmlns:p14="http://schemas.microsoft.com/office/powerpoint/2010/main" val="1222537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1C8B6-AACC-42FB-85FC-6578C300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FD851-FEA6-4D5F-8209-B21DA45E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两个最终成果，覆盖单节点与三节点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A662E-EE03-4558-8D0A-004A861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单节点最终方案  /  exp008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F0A8F-2B55-42C8-A4B7-4580F20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3DDBE-1090-4AF5-8CA4-D7F70E8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1.382x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CE18B-2FE2-4562-9937-304BCA3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1427.391x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C4B3B-5C9A-4174-BD3C-2380F09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三节点最终方案  /  exp009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A59FE-9371-45D7-99E3-1796487D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2165C-65B8-45D2-82B8-519DC75E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A567A-A9D7-4F81-8DA8-FE011FD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156.271x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FC5F3-BD3F-4DD6-9E8D-797D5597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BE0FB-C316-41BF-8F65-5C27070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9EE9B-6C3F-466A-BC85-0BD0BFA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两个方案均 4/4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2D75C-7084-4A01-AE1A-94AA4850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优化阶段已停止。最终单节点与三节点成果、原始日志和复现脚本均已归档。</a:t>
            </a:r>
          </a:p>
        </p:txBody>
      </p:sp>
    </p:spTree>
    <p:extLst>
      <p:ext uri="{BB962C8B-B14F-4D97-AF65-F5344CB8AC3E}">
        <p14:creationId xmlns:p14="http://schemas.microsoft.com/office/powerpoint/2010/main" val="1844291911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2026-10-31T01:40:31.4270000Z</dcterms:created>
  <dcterms:modified xsi:type="dcterms:W3CDTF">2026-10-31T01:40:31.4270000Z</dcterms:modified>
</coreProperties>
</file>